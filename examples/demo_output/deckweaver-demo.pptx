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png"/><Relationship Id="rId13" Type="http://schemas.openxmlformats.org/officeDocument/2006/relationships/image" Target="../media/image12.png"/><Relationship Id="rId14" Type="http://schemas.openxmlformats.org/officeDocument/2006/relationships/image" Target="../media/image13.png"/><Relationship Id="rId15" Type="http://schemas.openxmlformats.org/officeDocument/2006/relationships/image" Target="../media/image14.png"/><Relationship Id="rId16" Type="http://schemas.openxmlformats.org/officeDocument/2006/relationships/image" Target="../media/image15.png"/><Relationship Id="rId17" Type="http://schemas.openxmlformats.org/officeDocument/2006/relationships/image" Target="../media/image16.png"/><Relationship Id="rId18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v007" descr="v0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0" y="1082040"/>
            <a:ext cx="3223260" cy="4655820"/>
          </a:xfrm>
          <a:prstGeom prst="rect">
            <a:avLst/>
          </a:prstGeom>
        </p:spPr>
      </p:pic>
      <p:pic>
        <p:nvPicPr>
          <p:cNvPr id="3" name="v001" descr="v0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0" y="1082040"/>
            <a:ext cx="3223260" cy="4655820"/>
          </a:xfrm>
          <a:prstGeom prst="rect">
            <a:avLst/>
          </a:prstGeom>
        </p:spPr>
      </p:pic>
      <p:pic>
        <p:nvPicPr>
          <p:cNvPr id="4" name="v006" descr="v00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62940"/>
          </a:xfrm>
          <a:prstGeom prst="rect">
            <a:avLst/>
          </a:prstGeom>
        </p:spPr>
      </p:pic>
      <p:pic>
        <p:nvPicPr>
          <p:cNvPr id="5" name="v009" descr="v009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3900" y="3467100"/>
            <a:ext cx="3002280" cy="1097280"/>
          </a:xfrm>
          <a:prstGeom prst="rect">
            <a:avLst/>
          </a:prstGeom>
        </p:spPr>
      </p:pic>
      <p:pic>
        <p:nvPicPr>
          <p:cNvPr id="6" name="v002" descr="v002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3900" y="3467100"/>
            <a:ext cx="3002280" cy="1097280"/>
          </a:xfrm>
          <a:prstGeom prst="rect">
            <a:avLst/>
          </a:prstGeom>
        </p:spPr>
      </p:pic>
      <p:pic>
        <p:nvPicPr>
          <p:cNvPr id="7" name="v010" descr="v010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000500" y="3467100"/>
            <a:ext cx="3002280" cy="1097280"/>
          </a:xfrm>
          <a:prstGeom prst="rect">
            <a:avLst/>
          </a:prstGeom>
        </p:spPr>
      </p:pic>
      <p:pic>
        <p:nvPicPr>
          <p:cNvPr id="8" name="v003" descr="v003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000500" y="3467100"/>
            <a:ext cx="3002280" cy="1097280"/>
          </a:xfrm>
          <a:prstGeom prst="rect">
            <a:avLst/>
          </a:prstGeom>
        </p:spPr>
      </p:pic>
      <p:pic>
        <p:nvPicPr>
          <p:cNvPr id="9" name="v015" descr="v015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23900" y="4800600"/>
            <a:ext cx="3002280" cy="1097280"/>
          </a:xfrm>
          <a:prstGeom prst="rect">
            <a:avLst/>
          </a:prstGeom>
        </p:spPr>
      </p:pic>
      <p:pic>
        <p:nvPicPr>
          <p:cNvPr id="10" name="v004" descr="v004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23900" y="4800600"/>
            <a:ext cx="3002280" cy="1097280"/>
          </a:xfrm>
          <a:prstGeom prst="rect">
            <a:avLst/>
          </a:prstGeom>
        </p:spPr>
      </p:pic>
      <p:pic>
        <p:nvPicPr>
          <p:cNvPr id="11" name="v016" descr="v009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00500" y="4800600"/>
            <a:ext cx="3002280" cy="1097280"/>
          </a:xfrm>
          <a:prstGeom prst="rect">
            <a:avLst/>
          </a:prstGeom>
        </p:spPr>
      </p:pic>
      <p:pic>
        <p:nvPicPr>
          <p:cNvPr id="12" name="v005" descr="v002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00500" y="4800600"/>
            <a:ext cx="3002280" cy="1097280"/>
          </a:xfrm>
          <a:prstGeom prst="rect">
            <a:avLst/>
          </a:prstGeom>
        </p:spPr>
      </p:pic>
      <p:pic>
        <p:nvPicPr>
          <p:cNvPr id="13" name="v008" descr="v008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770620" y="1684020"/>
            <a:ext cx="2133600" cy="960120"/>
          </a:xfrm>
          <a:prstGeom prst="rect">
            <a:avLst/>
          </a:prstGeom>
        </p:spPr>
      </p:pic>
      <p:pic>
        <p:nvPicPr>
          <p:cNvPr id="14" name="v019" descr="v019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066020" y="1661160"/>
            <a:ext cx="1097280" cy="586740"/>
          </a:xfrm>
          <a:prstGeom prst="rect">
            <a:avLst/>
          </a:prstGeom>
        </p:spPr>
      </p:pic>
      <p:pic>
        <p:nvPicPr>
          <p:cNvPr id="15" name="v011" descr="v011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91540" y="3672840"/>
            <a:ext cx="434340" cy="434340"/>
          </a:xfrm>
          <a:prstGeom prst="rect">
            <a:avLst/>
          </a:prstGeom>
        </p:spPr>
      </p:pic>
      <p:pic>
        <p:nvPicPr>
          <p:cNvPr id="16" name="v012" descr="v012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168140" y="3672840"/>
            <a:ext cx="434340" cy="434340"/>
          </a:xfrm>
          <a:prstGeom prst="rect">
            <a:avLst/>
          </a:prstGeom>
        </p:spPr>
      </p:pic>
      <p:pic>
        <p:nvPicPr>
          <p:cNvPr id="17" name="v017" descr="v017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99160" y="5013960"/>
            <a:ext cx="426720" cy="426720"/>
          </a:xfrm>
          <a:prstGeom prst="rect">
            <a:avLst/>
          </a:prstGeom>
        </p:spPr>
      </p:pic>
      <p:pic>
        <p:nvPicPr>
          <p:cNvPr id="18" name="v018" descr="v018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175760" y="5013960"/>
            <a:ext cx="426720" cy="426720"/>
          </a:xfrm>
          <a:prstGeom prst="rect">
            <a:avLst/>
          </a:prstGeom>
        </p:spPr>
      </p:pic>
      <p:pic>
        <p:nvPicPr>
          <p:cNvPr id="19" name="v013" descr="v013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686800" y="4084320"/>
            <a:ext cx="266700" cy="563880"/>
          </a:xfrm>
          <a:prstGeom prst="rect">
            <a:avLst/>
          </a:prstGeom>
        </p:spPr>
      </p:pic>
      <p:pic>
        <p:nvPicPr>
          <p:cNvPr id="20" name="v014" descr="v014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694420" y="4640580"/>
            <a:ext cx="259080" cy="556260"/>
          </a:xfrm>
          <a:prstGeom prst="rect">
            <a:avLst/>
          </a:prstGeom>
        </p:spPr>
      </p:pic>
      <p:sp>
        <p:nvSpPr>
          <p:cNvPr id="21" name="t000"/>
          <p:cNvSpPr txBox="1"/>
          <p:nvPr/>
        </p:nvSpPr>
        <p:spPr>
          <a:xfrm>
            <a:off x="693420" y="220980"/>
            <a:ext cx="2354580" cy="25146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Microsoft YaHei"/>
                <a:ea typeface="Microsoft YaHei"/>
              </a:rPr>
              <a:t>DeckWeaver Demo</a:t>
            </a:r>
          </a:p>
        </p:txBody>
      </p:sp>
      <p:sp>
        <p:nvSpPr>
          <p:cNvPr id="22" name="t001"/>
          <p:cNvSpPr txBox="1"/>
          <p:nvPr/>
        </p:nvSpPr>
        <p:spPr>
          <a:xfrm>
            <a:off x="655320" y="1112520"/>
            <a:ext cx="4716780" cy="6096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222222"/>
                </a:solidFill>
                <a:latin typeface="Microsoft YaHei"/>
                <a:ea typeface="Microsoft YaHei"/>
              </a:rPr>
              <a:t>Turn AI slide images</a:t>
            </a:r>
          </a:p>
        </p:txBody>
      </p:sp>
      <p:sp>
        <p:nvSpPr>
          <p:cNvPr id="23" name="t002"/>
          <p:cNvSpPr txBox="1"/>
          <p:nvPr/>
        </p:nvSpPr>
        <p:spPr>
          <a:xfrm>
            <a:off x="693420" y="1699260"/>
            <a:ext cx="3931920" cy="46482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222222"/>
                </a:solidFill>
                <a:latin typeface="Microsoft YaHei"/>
                <a:ea typeface="Microsoft YaHei"/>
              </a:rPr>
              <a:t>into editable PPT</a:t>
            </a:r>
          </a:p>
        </p:txBody>
      </p:sp>
      <p:sp>
        <p:nvSpPr>
          <p:cNvPr id="24" name="t003"/>
          <p:cNvSpPr txBox="1"/>
          <p:nvPr/>
        </p:nvSpPr>
        <p:spPr>
          <a:xfrm>
            <a:off x="723900" y="2385060"/>
            <a:ext cx="5234940" cy="3048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054798"/>
                </a:solidFill>
                <a:latin typeface="Microsoft YaHei"/>
                <a:ea typeface="Microsoft YaHei"/>
              </a:rPr>
              <a:t>A local pipeline for GPT / Gemini generated pages,</a:t>
            </a:r>
          </a:p>
        </p:txBody>
      </p:sp>
      <p:sp>
        <p:nvSpPr>
          <p:cNvPr id="25" name="t004"/>
          <p:cNvSpPr txBox="1"/>
          <p:nvPr/>
        </p:nvSpPr>
        <p:spPr>
          <a:xfrm>
            <a:off x="723900" y="2667000"/>
            <a:ext cx="4998720" cy="28194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054798"/>
                </a:solidFill>
                <a:latin typeface="Microsoft YaHei"/>
                <a:ea typeface="Microsoft YaHei"/>
              </a:rPr>
              <a:t>slide screenshots, and exported bitmap designs.</a:t>
            </a:r>
          </a:p>
        </p:txBody>
      </p:sp>
      <p:sp>
        <p:nvSpPr>
          <p:cNvPr id="26" name="t005"/>
          <p:cNvSpPr txBox="1"/>
          <p:nvPr/>
        </p:nvSpPr>
        <p:spPr>
          <a:xfrm>
            <a:off x="1432560" y="3695700"/>
            <a:ext cx="1348740" cy="22098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222222"/>
                </a:solidFill>
                <a:latin typeface="Microsoft YaHei"/>
                <a:ea typeface="Microsoft YaHei"/>
              </a:rPr>
              <a:t>Editable Text</a:t>
            </a:r>
          </a:p>
        </p:txBody>
      </p:sp>
      <p:sp>
        <p:nvSpPr>
          <p:cNvPr id="27" name="t006"/>
          <p:cNvSpPr txBox="1"/>
          <p:nvPr/>
        </p:nvSpPr>
        <p:spPr>
          <a:xfrm>
            <a:off x="4709160" y="3695700"/>
            <a:ext cx="1569720" cy="22098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222222"/>
                </a:solidFill>
                <a:latin typeface="Microsoft YaHei"/>
                <a:ea typeface="Microsoft YaHei"/>
              </a:rPr>
              <a:t>Low Token Use</a:t>
            </a:r>
          </a:p>
        </p:txBody>
      </p:sp>
      <p:sp>
        <p:nvSpPr>
          <p:cNvPr id="28" name="t007"/>
          <p:cNvSpPr txBox="1"/>
          <p:nvPr/>
        </p:nvSpPr>
        <p:spPr>
          <a:xfrm>
            <a:off x="8671560" y="3733799"/>
            <a:ext cx="1562100" cy="2286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222222"/>
                </a:solidFill>
                <a:latin typeface="Microsoft YaHei"/>
                <a:ea typeface="Microsoft YaHei"/>
              </a:rPr>
              <a:t>Local workflow</a:t>
            </a:r>
          </a:p>
        </p:txBody>
      </p:sp>
      <p:sp>
        <p:nvSpPr>
          <p:cNvPr id="29" name="t010"/>
          <p:cNvSpPr txBox="1"/>
          <p:nvPr/>
        </p:nvSpPr>
        <p:spPr>
          <a:xfrm>
            <a:off x="9037320" y="4046220"/>
            <a:ext cx="1600200" cy="28194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054798"/>
                </a:solidFill>
                <a:latin typeface="Microsoft YaHei"/>
                <a:ea typeface="Microsoft YaHei"/>
              </a:rPr>
              <a:t>Input image</a:t>
            </a:r>
          </a:p>
        </p:txBody>
      </p:sp>
      <p:sp>
        <p:nvSpPr>
          <p:cNvPr id="30" name="t008"/>
          <p:cNvSpPr txBox="1"/>
          <p:nvPr/>
        </p:nvSpPr>
        <p:spPr>
          <a:xfrm>
            <a:off x="1440180" y="4061460"/>
            <a:ext cx="2171700" cy="16764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054798"/>
                </a:solidFill>
                <a:latin typeface="Microsoft YaHei"/>
                <a:ea typeface="Microsoft YaHei"/>
              </a:rPr>
              <a:t>OCR text becomes PPT text</a:t>
            </a:r>
          </a:p>
        </p:txBody>
      </p:sp>
      <p:sp>
        <p:nvSpPr>
          <p:cNvPr id="31" name="t009"/>
          <p:cNvSpPr txBox="1"/>
          <p:nvPr/>
        </p:nvSpPr>
        <p:spPr>
          <a:xfrm>
            <a:off x="4716780" y="4061460"/>
            <a:ext cx="2407920" cy="16764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054798"/>
                </a:solidFill>
                <a:latin typeface="Microsoft YaHei"/>
                <a:ea typeface="Microsoft YaHei"/>
              </a:rPr>
              <a:t>Local OCR reduces model calls</a:t>
            </a:r>
          </a:p>
        </p:txBody>
      </p:sp>
      <p:sp>
        <p:nvSpPr>
          <p:cNvPr id="32" name="t011"/>
          <p:cNvSpPr txBox="1"/>
          <p:nvPr/>
        </p:nvSpPr>
        <p:spPr>
          <a:xfrm>
            <a:off x="9029700" y="4602480"/>
            <a:ext cx="1295400" cy="24384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054798"/>
                </a:solidFill>
                <a:latin typeface="Microsoft YaHei"/>
                <a:ea typeface="Microsoft YaHei"/>
              </a:rPr>
              <a:t>OCR + assets</a:t>
            </a:r>
          </a:p>
        </p:txBody>
      </p:sp>
      <p:sp>
        <p:nvSpPr>
          <p:cNvPr id="33" name="t012"/>
          <p:cNvSpPr txBox="1"/>
          <p:nvPr/>
        </p:nvSpPr>
        <p:spPr>
          <a:xfrm>
            <a:off x="1424940" y="4998720"/>
            <a:ext cx="1508760" cy="27432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222222"/>
                </a:solidFill>
                <a:latin typeface="Microsoft YaHei"/>
                <a:ea typeface="Microsoft YaHei"/>
              </a:rPr>
              <a:t>Batch Friendly</a:t>
            </a:r>
          </a:p>
        </p:txBody>
      </p:sp>
      <p:sp>
        <p:nvSpPr>
          <p:cNvPr id="34" name="t013"/>
          <p:cNvSpPr txBox="1"/>
          <p:nvPr/>
        </p:nvSpPr>
        <p:spPr>
          <a:xfrm>
            <a:off x="4709160" y="5029200"/>
            <a:ext cx="1821180" cy="22098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222222"/>
                </a:solidFill>
                <a:latin typeface="Microsoft YaHei"/>
                <a:ea typeface="Microsoft YaHei"/>
              </a:rPr>
              <a:t>Common Formats</a:t>
            </a:r>
          </a:p>
        </p:txBody>
      </p:sp>
      <p:sp>
        <p:nvSpPr>
          <p:cNvPr id="35" name="t014"/>
          <p:cNvSpPr txBox="1"/>
          <p:nvPr/>
        </p:nvSpPr>
        <p:spPr>
          <a:xfrm>
            <a:off x="9044940" y="5158740"/>
            <a:ext cx="1325880" cy="22098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054798"/>
                </a:solidFill>
                <a:latin typeface="Microsoft YaHei"/>
                <a:ea typeface="Microsoft YaHei"/>
              </a:rPr>
              <a:t>Editable PPTX</a:t>
            </a:r>
          </a:p>
        </p:txBody>
      </p:sp>
      <p:sp>
        <p:nvSpPr>
          <p:cNvPr id="36" name="t016"/>
          <p:cNvSpPr txBox="1"/>
          <p:nvPr/>
        </p:nvSpPr>
        <p:spPr>
          <a:xfrm>
            <a:off x="4701540" y="5379720"/>
            <a:ext cx="2255520" cy="1905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054798"/>
                </a:solidFill>
                <a:latin typeface="Microsoft YaHei"/>
                <a:ea typeface="Microsoft YaHei"/>
              </a:rPr>
              <a:t>PNG, JPG, WebP, BMP, TIFF</a:t>
            </a:r>
          </a:p>
        </p:txBody>
      </p:sp>
      <p:sp>
        <p:nvSpPr>
          <p:cNvPr id="37" name="t015"/>
          <p:cNvSpPr txBox="1"/>
          <p:nvPr/>
        </p:nvSpPr>
        <p:spPr>
          <a:xfrm>
            <a:off x="1432560" y="5387340"/>
            <a:ext cx="2301240" cy="1905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054798"/>
                </a:solidFill>
                <a:latin typeface="Microsoft YaHei"/>
                <a:ea typeface="Microsoft YaHei"/>
              </a:rPr>
              <a:t>Convert one image or a folder</a:t>
            </a:r>
          </a:p>
        </p:txBody>
      </p:sp>
      <p:sp>
        <p:nvSpPr>
          <p:cNvPr id="38" name="t017"/>
          <p:cNvSpPr txBox="1"/>
          <p:nvPr/>
        </p:nvSpPr>
        <p:spPr>
          <a:xfrm>
            <a:off x="754380" y="6294120"/>
            <a:ext cx="4564380" cy="1905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054798"/>
                </a:solidFill>
                <a:latin typeface="Microsoft YaHei"/>
                <a:ea typeface="Microsoft YaHei"/>
              </a:rPr>
              <a:t>Agent Skill + Standalone CLI | No extra cloud API required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